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1508" r:id="rId6"/>
    <p:sldId id="1509" r:id="rId7"/>
    <p:sldId id="1510" r:id="rId8"/>
  </p:sldIdLst>
  <p:sldSz cx="9144000" cy="6858000" type="screen4x3"/>
  <p:notesSz cx="6797675" cy="9928225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5B"/>
    <a:srgbClr val="006F70"/>
    <a:srgbClr val="A20000"/>
    <a:srgbClr val="009EDE"/>
    <a:srgbClr val="FEDADB"/>
    <a:srgbClr val="B40408"/>
    <a:srgbClr val="FB3136"/>
    <a:srgbClr val="FD9194"/>
    <a:srgbClr val="FEB8BA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0385" autoAdjust="0"/>
  </p:normalViewPr>
  <p:slideViewPr>
    <p:cSldViewPr>
      <p:cViewPr varScale="1">
        <p:scale>
          <a:sx n="144" d="100"/>
          <a:sy n="144" d="100"/>
        </p:scale>
        <p:origin x="2220" y="114"/>
      </p:cViewPr>
      <p:guideLst>
        <p:guide orient="horz" pos="1207"/>
        <p:guide pos="2381"/>
      </p:guideLst>
    </p:cSldViewPr>
  </p:slideViewPr>
  <p:outlineViewPr>
    <p:cViewPr>
      <p:scale>
        <a:sx n="33" d="100"/>
        <a:sy n="33" d="100"/>
      </p:scale>
      <p:origin x="0" y="-39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3564"/>
    </p:cViewPr>
  </p:sorterViewPr>
  <p:notesViewPr>
    <p:cSldViewPr>
      <p:cViewPr varScale="1">
        <p:scale>
          <a:sx n="53" d="100"/>
          <a:sy n="53" d="100"/>
        </p:scale>
        <p:origin x="26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94130-6735-4B43-87D5-4123433B05DB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F8FC7-E6E2-414F-B492-486CCA0809A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4759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86397-0F32-42DE-8966-B15594BD9DE4}" type="datetimeFigureOut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5A67-8147-4C3C-A3DB-84B984DF5893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29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5A67-8147-4C3C-A3DB-84B984DF5893}" type="slidenum">
              <a:rPr lang="pl-PL" smtClean="0"/>
              <a:pPr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878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8CBE1-23C1-4A83-BE58-76AB555A74D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372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DE0A-CCC4-4886-AAEE-960459FEA4C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581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B624F-1E3E-4C12-8326-1D4D5933A677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150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A2E6-EA41-4FCF-ABBE-B910CD19BA5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283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2ECD-CAE3-4E08-8C7A-901D0B92AE1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02D9-B6D3-43B4-A645-CCD2CB37214C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22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D3BD-7CA4-4E0B-AD6F-40720CAF5E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916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1D21-A768-41B6-A400-2BED5B46981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670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8D86-B8A4-491B-9136-FE4B2B45DFFA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701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42A3-276F-4A4C-B596-BA65F79E8E6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898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9D68-CF63-438E-89C4-4AA4618FDA8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98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D8E01-BC0A-4A02-A576-150042899F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860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Prostokąt 3"/>
          <p:cNvSpPr/>
          <p:nvPr/>
        </p:nvSpPr>
        <p:spPr>
          <a:xfrm>
            <a:off x="-13320" y="0"/>
            <a:ext cx="9144000" cy="6858000"/>
          </a:xfrm>
          <a:prstGeom prst="rect">
            <a:avLst/>
          </a:prstGeom>
          <a:solidFill>
            <a:srgbClr val="006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7" name="Łącznik prostoliniowy 6"/>
          <p:cNvCxnSpPr/>
          <p:nvPr/>
        </p:nvCxnSpPr>
        <p:spPr>
          <a:xfrm>
            <a:off x="395536" y="1340768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Łącznik prostoliniowy 9"/>
          <p:cNvCxnSpPr/>
          <p:nvPr/>
        </p:nvCxnSpPr>
        <p:spPr>
          <a:xfrm>
            <a:off x="323528" y="6165304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rostokąt 10"/>
          <p:cNvSpPr/>
          <p:nvPr/>
        </p:nvSpPr>
        <p:spPr>
          <a:xfrm>
            <a:off x="818391" y="2576220"/>
            <a:ext cx="7870690" cy="1370579"/>
          </a:xfrm>
          <a:prstGeom prst="rect">
            <a:avLst/>
          </a:prstGeom>
          <a:solidFill>
            <a:schemeClr val="bg1"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2" name="pole tekstowe 11"/>
          <p:cNvSpPr txBox="1"/>
          <p:nvPr/>
        </p:nvSpPr>
        <p:spPr>
          <a:xfrm>
            <a:off x="973554" y="2909915"/>
            <a:ext cx="7636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Ćwiczenia 3</a:t>
            </a:r>
          </a:p>
          <a:p>
            <a:pPr algn="ctr"/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l-PL" sz="4400" b="1" dirty="0">
              <a:solidFill>
                <a:srgbClr val="0068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ymbol zastępczy numeru slajdu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z="1800" b="1">
                <a:solidFill>
                  <a:srgbClr val="00685B"/>
                </a:solidFill>
              </a:rPr>
              <a:pPr/>
              <a:t>1</a:t>
            </a:fld>
            <a:endParaRPr lang="pl-PL" sz="1800" b="1" dirty="0">
              <a:solidFill>
                <a:srgbClr val="00685B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B291C54-E187-4A2D-8C4C-686C556C5A55}"/>
              </a:ext>
            </a:extLst>
          </p:cNvPr>
          <p:cNvSpPr txBox="1">
            <a:spLocks/>
          </p:cNvSpPr>
          <p:nvPr/>
        </p:nvSpPr>
        <p:spPr>
          <a:xfrm>
            <a:off x="611560" y="4657742"/>
            <a:ext cx="7751419" cy="1642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 hab. Łukasz Kurowski, prof. ucz.</a:t>
            </a:r>
            <a:b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Wydział Geografii i Studiów Regionalnych</a:t>
            </a:r>
          </a:p>
        </p:txBody>
      </p:sp>
      <p:pic>
        <p:nvPicPr>
          <p:cNvPr id="6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DC6CA117-EE6F-5E01-602D-F3B800F6A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91" y="72008"/>
            <a:ext cx="897564" cy="11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87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55A3-7BC6-CAE0-2379-D710B7F6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BD9048ED-D2EB-618C-10B2-2D39C214973A}"/>
              </a:ext>
            </a:extLst>
          </p:cNvPr>
          <p:cNvSpPr/>
          <p:nvPr/>
        </p:nvSpPr>
        <p:spPr>
          <a:xfrm>
            <a:off x="320019" y="861545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5E95FA22-316D-C2E8-87B8-29F9B0A5A405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41C7F721-4869-C642-E649-A9288905A917}"/>
              </a:ext>
            </a:extLst>
          </p:cNvPr>
          <p:cNvSpPr txBox="1"/>
          <p:nvPr/>
        </p:nvSpPr>
        <p:spPr>
          <a:xfrm>
            <a:off x="3910061" y="108576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3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E414FE2D-A612-ABA2-FE44-348B7BB298C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2</a:t>
            </a:fld>
            <a:endParaRPr/>
          </a:p>
        </p:txBody>
      </p:sp>
      <p:pic>
        <p:nvPicPr>
          <p:cNvPr id="2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5B9ED841-C72B-3C2F-7AFF-E2539C71A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467606" cy="6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9E56C7F8-1013-581A-12AA-21C11F689372}"/>
              </a:ext>
            </a:extLst>
          </p:cNvPr>
          <p:cNvSpPr txBox="1"/>
          <p:nvPr/>
        </p:nvSpPr>
        <p:spPr>
          <a:xfrm>
            <a:off x="395536" y="1124744"/>
            <a:ext cx="84969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Przygotuj wykresy: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Dla USA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Dla Hiszpanii</a:t>
            </a:r>
          </a:p>
          <a:p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Liczby ekstremalnych zdarzeń pogodowych (wykres słupkowy skumulowany dla 3 grup – klimatologiczne, hydrologiczne, meteorologiczne) dla lat 2000-2025 (dla Waszego kraju).</a:t>
            </a:r>
          </a:p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Kosztów ekstremalnych zdarzeń dla lat, które są w bazie (dla Waszego kraju).</a:t>
            </a:r>
          </a:p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Przedstawiciel grupy przesyła maila z wykresami i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excelem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 podsumowanymi liczbami do prowadzącego.</a:t>
            </a:r>
          </a:p>
          <a:p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Jakie trzy zdarzenia w Waszym kraju były: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Najbardziej kosztowne w danym kraju.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Pochłonęły najwięcej ofiar.</a:t>
            </a:r>
          </a:p>
        </p:txBody>
      </p:sp>
    </p:spTree>
    <p:extLst>
      <p:ext uri="{BB962C8B-B14F-4D97-AF65-F5344CB8AC3E}">
        <p14:creationId xmlns:p14="http://schemas.microsoft.com/office/powerpoint/2010/main" val="346641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D108-CD02-6966-4B39-EFC63FCA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B39C0FA7-31DF-54D1-436A-6D05308E3F38}"/>
              </a:ext>
            </a:extLst>
          </p:cNvPr>
          <p:cNvSpPr/>
          <p:nvPr/>
        </p:nvSpPr>
        <p:spPr>
          <a:xfrm>
            <a:off x="320019" y="861545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67B263F3-38DA-5071-01C9-2FDB03B339E6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03EFA355-21DB-BD39-C789-96D35B6C7D72}"/>
              </a:ext>
            </a:extLst>
          </p:cNvPr>
          <p:cNvSpPr txBox="1"/>
          <p:nvPr/>
        </p:nvSpPr>
        <p:spPr>
          <a:xfrm>
            <a:off x="3910061" y="108576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3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0C14087F-DF2B-7E55-B74F-0D9F0893016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3</a:t>
            </a:fld>
            <a:endParaRPr/>
          </a:p>
        </p:txBody>
      </p:sp>
      <p:pic>
        <p:nvPicPr>
          <p:cNvPr id="2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F0B8BF01-3A60-4823-9CBE-3BE1B7EE2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467606" cy="6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EE674472-8B0A-DF78-E27D-E93186B3E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6" y="1133193"/>
            <a:ext cx="8926171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0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F0F1-935A-DCB4-8BA4-A408F41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E1DC39D1-D675-D9C1-0F0E-4038A6A0EFA8}"/>
              </a:ext>
            </a:extLst>
          </p:cNvPr>
          <p:cNvSpPr/>
          <p:nvPr/>
        </p:nvSpPr>
        <p:spPr>
          <a:xfrm>
            <a:off x="320019" y="861545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A276727B-E7A4-9B1B-79E5-770B4EF1ACA3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BE9A9297-2E14-8343-9F79-A4658C529C12}"/>
              </a:ext>
            </a:extLst>
          </p:cNvPr>
          <p:cNvSpPr txBox="1"/>
          <p:nvPr/>
        </p:nvSpPr>
        <p:spPr>
          <a:xfrm>
            <a:off x="3910061" y="108576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3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A95E8D14-D226-A842-F119-AABD85E8282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4</a:t>
            </a:fld>
            <a:endParaRPr/>
          </a:p>
        </p:txBody>
      </p:sp>
      <p:pic>
        <p:nvPicPr>
          <p:cNvPr id="2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8C4238DC-B994-4A19-4496-7192661A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467606" cy="6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7556B372-72E1-830D-C14E-B1AACB2F8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0398"/>
            <a:ext cx="9144000" cy="451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7125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62BABBD2697940AC1DAF92327D3420" ma:contentTypeVersion="1" ma:contentTypeDescription="Utwórz nowy dokument." ma:contentTypeScope="" ma:versionID="b758795591d9adbbd5813f01d912e2c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d5655aa40fd62c26d3cd695d3e5ffb0d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Planowana data rozpoczęcia" ma:internalName="PublishingStartDate">
      <xsd:simpleType>
        <xsd:restriction base="dms:Unknown"/>
      </xsd:simpleType>
    </xsd:element>
    <xsd:element name="PublishingExpirationDate" ma:index="9" nillable="true" ma:displayName="Planowana data zakończenia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95E0DF-605D-4BB9-A3AF-9FE2BF541820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FE7DC06-CBC1-4CED-BD69-EFC803AD93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7000E3-E568-4FCE-8A08-572A6470F8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10595</TotalTime>
  <Words>116</Words>
  <Application>Microsoft Office PowerPoint</Application>
  <PresentationFormat>Pokaz na ekranie (4:3)</PresentationFormat>
  <Paragraphs>22</Paragraphs>
  <Slides>4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9" baseType="lpstr">
      <vt:lpstr>Arial</vt:lpstr>
      <vt:lpstr>Calibri</vt:lpstr>
      <vt:lpstr>Open Sans</vt:lpstr>
      <vt:lpstr>Times New Roman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wzór prezentacji SGH - wariant 1</dc:title>
  <dc:creator>Maria KARAŚ</dc:creator>
  <cp:lastModifiedBy>Łukasz Kurowski</cp:lastModifiedBy>
  <cp:revision>821</cp:revision>
  <cp:lastPrinted>2016-05-06T11:20:28Z</cp:lastPrinted>
  <dcterms:created xsi:type="dcterms:W3CDTF">2016-02-10T17:09:21Z</dcterms:created>
  <dcterms:modified xsi:type="dcterms:W3CDTF">2026-10-01T11:10:43Z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0x010100C362BABBD2697940AC1DAF92327D3420</vt:lpwstr>
  </property>
</Properties>
</file>